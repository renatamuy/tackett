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845D"/>
    <a:srgbClr val="F5E6DE"/>
    <a:srgbClr val="CD886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3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8826-7288-BF9A-D2B0-C979BBC18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4CC98-AFED-97E3-9A99-FDD520B07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492F-3C62-F2E9-67BF-F23CC984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AB1F5-13FC-796F-F96A-43AF13269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ECD05-4079-75DB-C675-FDD58E66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8058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C89DA-7772-ABAC-AA8F-492088F0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F82F-9BE2-EE3D-81CD-871EA1F88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29768-BC47-1E81-C3B4-6086CE0B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E39EB-F1F6-91E6-DB4F-1B860A779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12B02-D82D-FCC1-1197-408D0F49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2608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D423-F624-1720-F244-D3DBA501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6259C-F8AA-68CE-0702-ED959C47B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8C790-CDAF-738E-26AD-24A7AAEB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B9B9B-FE26-EE9F-EE79-C7B3E128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F4BD3-615D-2992-309D-0B0E7414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878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C88B5-0EA4-77F7-71A0-0A259D59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548D6-9BC1-D3BF-A924-027E167E6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820E2-A85C-1F43-D728-8B8C0C228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CC4A4-20BE-8C45-1AF4-6A78AAB8C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C99DD-A43F-6104-347A-885225F4F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E3988-E29A-B79C-0264-FB3E7CFA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8272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5854-2E20-F763-7878-8C029A0BA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5E1D6-1FED-4A10-618A-8E83FD858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39219-D1A6-24C5-4FAB-364468071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B0A95-BA0E-564C-5437-065297F66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6E218-A93C-C9A5-2529-E3E14BC22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452F8F-8FFD-0D6C-E77D-11375814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70710-88C6-FF3D-08BE-624978B3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B49003-F5C3-F13F-94D3-98FDA5ED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1552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34D01-41C0-ECA9-B17A-A44EA102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F4F73-1683-DBD6-60EE-13A9316F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ED9BD-A5B8-BB5C-B677-F0B35DE7D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A91A9-4CD5-66C8-33B4-65BDC894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2055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247BEB-2ADF-76A0-65E5-BB810E8B1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01D439-6495-0BE8-2356-C9FB090F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0A4C2-9204-9EA2-455F-0F13F558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52268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6F4D-9777-FA5B-8A6E-4632F5DC7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E398C-1CF7-4C52-D374-1B737DB57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13F0B-FA22-9A14-55A5-170871702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5E5AA-65B3-A4A5-503F-A53FE595A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65090-4B0D-6981-85EE-F75A598D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AA3E1-2F2D-30BA-C741-920A6560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2431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19080-0D94-D9A9-517E-C54B623F9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5CEDF-22CD-0C48-E907-DD06D99AF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71829-8DE3-89F4-92F7-AD6BE8C7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67D13-0E57-F83A-BF2A-40CE6E235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253D2-C306-7DBB-D080-E6517BAF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525F8-F7B1-4E37-ADB7-23152A9D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3537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DAFD3-F9B7-E0BF-E71F-3B11E00C8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C2788-837D-ECF2-20A3-CC3509F77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7A11E-56E7-B544-D0C0-E9572C7E0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70DAA-2A47-7E95-1B42-2909657D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38E13-3C28-8165-D8CB-55C0C1F8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99773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26C949-124F-FF0B-7613-82F653046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2F966-427C-31DD-CD88-E9EB62143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11E29-5C78-E7AA-103E-8F9DBC1C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0C087-76EC-6C6A-F3ED-617BF30D9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CFCB9-9DA4-0719-579D-5938B943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1339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5D94D-E7D2-3D72-C063-D57C43B8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B3BB9-EA84-E617-C40C-C4EC1D2DE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F11D3-3438-64A0-7EEB-ED24AF9364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BC691-22D5-4F91-A0B1-884AE6BB92F7}" type="datetimeFigureOut">
              <a:rPr lang="en-NZ" smtClean="0"/>
              <a:t>10/04/2025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82041-5E58-A91D-CCC0-AA5F3E389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F3754-462A-F219-D7D8-995D89C20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C21A9-3363-4455-B683-1CF9D58FEC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43739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4F445F9-B7E3-5E79-CA4B-186D19147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80" y="0"/>
            <a:ext cx="6824625" cy="681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at from a branch&#10;&#10;Description automatically generated">
            <a:extLst>
              <a:ext uri="{FF2B5EF4-FFF2-40B4-BE49-F238E27FC236}">
                <a16:creationId xmlns:a16="http://schemas.microsoft.com/office/drawing/2014/main" id="{5C01A42E-DC3F-BC63-1578-FD278FA75B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309" y="928800"/>
            <a:ext cx="3869606" cy="2708724"/>
          </a:xfrm>
          <a:prstGeom prst="rect">
            <a:avLst/>
          </a:prstGeom>
        </p:spPr>
      </p:pic>
      <p:pic>
        <p:nvPicPr>
          <p:cNvPr id="6" name="Graphic 5" descr="Medical with solid fill">
            <a:extLst>
              <a:ext uri="{FF2B5EF4-FFF2-40B4-BE49-F238E27FC236}">
                <a16:creationId xmlns:a16="http://schemas.microsoft.com/office/drawing/2014/main" id="{6C8A8D53-0BF6-F08C-823C-D6C45F58A3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4028" y="2169133"/>
            <a:ext cx="520828" cy="520828"/>
          </a:xfrm>
          <a:prstGeom prst="rect">
            <a:avLst/>
          </a:prstGeom>
        </p:spPr>
      </p:pic>
      <p:pic>
        <p:nvPicPr>
          <p:cNvPr id="8" name="Graphic 7" descr="Medicine with solid fill">
            <a:extLst>
              <a:ext uri="{FF2B5EF4-FFF2-40B4-BE49-F238E27FC236}">
                <a16:creationId xmlns:a16="http://schemas.microsoft.com/office/drawing/2014/main" id="{8C593F72-82A4-F93D-E652-60BFFD35CA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539" y="2169134"/>
            <a:ext cx="520827" cy="520827"/>
          </a:xfrm>
          <a:prstGeom prst="rect">
            <a:avLst/>
          </a:prstGeom>
        </p:spPr>
      </p:pic>
      <p:pic>
        <p:nvPicPr>
          <p:cNvPr id="10" name="Graphic 9" descr="Warning with solid fill">
            <a:extLst>
              <a:ext uri="{FF2B5EF4-FFF2-40B4-BE49-F238E27FC236}">
                <a16:creationId xmlns:a16="http://schemas.microsoft.com/office/drawing/2014/main" id="{D9A92B1B-2B42-B2ED-BE88-8EA92249AF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62400" y="2169135"/>
            <a:ext cx="520827" cy="52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82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Renata de Lara Muylaert</dc:creator>
  <cp:lastModifiedBy>Renata de Lara Muylaert</cp:lastModifiedBy>
  <cp:revision>2</cp:revision>
  <dcterms:created xsi:type="dcterms:W3CDTF">2025-04-10T02:03:12Z</dcterms:created>
  <dcterms:modified xsi:type="dcterms:W3CDTF">2025-04-10T02:12:09Z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2025-04-10T02:06:17Z</vt:lpwstr>
  </property>
  <property fmtid="{D5CDD505-2E9C-101B-9397-08002B2CF9AE}" pid="4" name="MSIP_Label_bd9e4d68-54d0-40a5-8c9a-85a36c87352c_Method">
    <vt:lpwstr>Standard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fbc7a873-9457-4518-90e0-5a8b691d896d</vt:lpwstr>
  </property>
  <property fmtid="{D5CDD505-2E9C-101B-9397-08002B2CF9AE}" pid="8" name="MSIP_Label_bd9e4d68-54d0-40a5-8c9a-85a36c87352c_ContentBits">
    <vt:lpwstr>0</vt:lpwstr>
  </property>
  <property fmtid="{D5CDD505-2E9C-101B-9397-08002B2CF9AE}" pid="9" name="MSIP_Label_bd9e4d68-54d0-40a5-8c9a-85a36c87352c_Tag">
    <vt:lpwstr>10, 3, 0, 1</vt:lpwstr>
  </property>
</Properties>
</file>